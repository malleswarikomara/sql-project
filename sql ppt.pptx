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FA0A-1621-E2B1-548C-36F9565FC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AB9A3-6807-C7BA-5672-E04B08EB1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DA21D-089C-66A3-939B-4F85CEF36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6CF15-DD81-3F3C-55AE-F4FC6998B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A9A19-3269-3776-7A8E-0778BBAA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3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C4CA-1E70-8087-2FC3-02C1537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01C35-0FEF-49FB-5697-D4AE5A080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E8279-3407-4CD8-ED7C-948187BAF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F549C-84D9-CEE5-28E3-742F366F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2D4A8-894A-356A-447D-7BE44216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2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D080-4F9B-B901-E7E3-708D72E9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8B230-124A-8DAD-A185-593E00C8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051B1-61E7-571B-0CA9-B147D052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BEA64-859A-6B60-68CB-81CB5D9FB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0BDA1-9F8B-0113-5719-394E7E24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9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2B16-CCC1-866F-D9D9-71504CFE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924F-510F-A991-B89C-2257D6364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61705-7D7D-DDFB-C270-EBF467F91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A553E-49D7-E785-A8C0-9E4C5D75B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DAAED-B200-8A50-87B9-3F386DB9A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70B56-FAAD-D093-4509-DC4101DA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01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54EA-4CEA-B01A-387B-2EBFE6D0F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67FEA-8E3D-1AA9-6510-ED167D31D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4E37C-9958-3A2D-9169-4B806365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8AB20B-1E2D-6175-4EF1-104BE56A5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EBF31-25AE-F00D-7901-0CFA801E86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A7167-4B22-5BC1-D965-55600951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EF6E3-75F9-35D1-5B37-05E16DEB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0CD84-F6A3-A464-FCFF-5C9FDA7A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3E83-5822-C017-D854-DBE9CD94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E1EDE-5E0A-9AB6-EBE7-29302611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447F0-C03B-BE48-916C-5CEEC06D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5816D-FBB1-B9F7-42BD-62161E2B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49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351B43-B5DC-F8F8-8623-0E064FFA2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1C5B6B-27E7-D050-A58F-A6EBA04B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A47EB-264E-F210-338C-2B1BE3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22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A582-FF43-F15D-5198-6B14CF1A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E86AA-E203-606B-194B-B3922B8D8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24277-06E1-A2FF-84B4-EB8CD6CA6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3F8C7-66D0-74EE-18B1-BA64621B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BA0D-92FF-FD83-6AD5-484B4544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C024-A02E-B7F5-A7F4-716DAB88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069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F62B-A85F-5F10-E31F-3145C629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DA7346-058C-7AB6-3BE6-B89A8F341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83E81-0C27-A4A1-76D4-830D0E5DB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E964B-DDA1-ED7A-295E-28FE6FC6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EF73F-8E83-6209-EB28-24D1DC73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78A84-66BF-1D4D-AB88-24291BBD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05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499B-9792-9D35-BE00-780F7AFC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BC400-ECC3-1AFD-268E-F3BFAD229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3ACD7-1AFB-290C-F246-4653960A6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70D51-7EE2-CB00-7801-DBB1EC3D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345A9-32EB-626D-27E8-6F3B839E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93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C7CBF8-1667-37D0-B026-1AC7DA82C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1CC50-AE03-B444-36EE-276F68813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FDFD5-2062-13D8-499D-DF5B0B0B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AFA0-3D6A-2B87-486F-50DDD862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36B91-2FEF-3FBB-F122-96B504B7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5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58C2D-37BA-4AFE-FC98-F2CA6AFC5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F5DC5-E3FE-EF04-39AB-6DD4670CC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93EF-F390-3E04-A204-1222B330A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3F6CF-1859-48FB-B3D1-637C223210A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3065A-6256-1594-12BA-E76E317D6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A3195-4BE3-B558-AA17-9BD68445C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A4F55-2A27-49AE-8BFD-CF820586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86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AE86-7553-3B34-843C-63BE50CAE5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Data Analysis Using SQL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D7739-FCB6-F3FD-F06B-7C243A654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1468" y="4496585"/>
            <a:ext cx="9901286" cy="1772240"/>
          </a:xfrm>
        </p:spPr>
        <p:txBody>
          <a:bodyPr>
            <a:normAutofit fontScale="25000" lnSpcReduction="20000"/>
          </a:bodyPr>
          <a:lstStyle/>
          <a:p>
            <a:r>
              <a:rPr lang="en-IN" alt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Komara Lakshmi Malleswari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Sirigireddy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Harish Reddy</a:t>
            </a:r>
          </a:p>
          <a:p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Ramichetty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Niranjan</a:t>
            </a:r>
          </a:p>
          <a:p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Yalamakuri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Suresh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137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7B460-61A8-FB24-B735-10885A31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C53739-F985-1F43-6081-3362CC15FE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0749" y="1874734"/>
            <a:ext cx="9616126" cy="42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social media data using MySQL and SQL to understand user activity and engagement.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relational database.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users, posts, likes, comments, and shares.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posts and active users.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and compare engagement.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useful business insights using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AD34-38BC-811F-0370-B7617312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4EFEDA-92B1-BB64-C728-3803D780A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996" y="1825625"/>
            <a:ext cx="8842342" cy="4351338"/>
          </a:xfrm>
        </p:spPr>
      </p:pic>
    </p:spTree>
    <p:extLst>
      <p:ext uri="{BB962C8B-B14F-4D97-AF65-F5344CB8AC3E}">
        <p14:creationId xmlns:p14="http://schemas.microsoft.com/office/powerpoint/2010/main" val="329221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8741-5873-5322-53AA-B59E08E63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2575-61F8-6441-E100-65FAA666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43EB8DD-7E81-84D6-751D-C0BEEBB0EC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9969"/>
            <a:ext cx="8843128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Table Creation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Key &amp; Foreign Key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SELECT, WHERE, ORDER BY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INNER JOIN &amp; LEFT JOIN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BY &amp; HAVING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Subqueries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Procedures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 Functions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13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0A62-5410-0E9B-6EEE-E6F67B895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65FD2-404E-5694-A404-2ECD37615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1769065"/>
            <a:ext cx="1119904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Display users with their posts 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p.post_id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p.post_type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p.post_date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p.caption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users u INNER JOIN posts p 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Display all users and their posts: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p.post_id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p.post_type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users u LEFT JOIN posts p 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Display detailed user-post information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p.post_id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u.country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u.gender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p.post_date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p.post_type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p.caption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users u JOIN posts p 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Count total posts by each user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p.post_id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total_posts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users u LEFT JOIN posts p 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BY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Count users by country: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country, COUNT(*) AS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total_users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users GROUP BY country;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22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6636-9A9B-46C6-ADFB-944125BCA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CONTI…..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DD2B8-B15E-DBB7-FB19-04F8FEE1D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Count posts by post type 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post_type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COUNT(*)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total_posts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posts GROUP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post_type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Query the user-post summary view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* 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user_post_summary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total_posts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Display top 5 posts by engagement 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post_engagement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total_engagement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 LIMIT 5;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Execute procedure to get user details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GetUserDetails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 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Execute procedure to get user's posts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GetUserPosts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 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Display post engagement view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* 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post_engagement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0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DD23-85E8-8212-1ADD-85D4C38A2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CONTI….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F53A-59F0-2AAA-2EA3-34E9A0B69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 Functions &amp; Ranking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Rank posts based on engagement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caption,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total_likes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total_comments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total_shares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total_engagement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RANK() OVER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ORDER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total_engagement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engagement_rank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post_engagement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33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C64D-DD17-D78E-811A-0945378A8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7873F8-E4D4-C9BF-CB4B-DE2CA5864B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1652"/>
            <a:ext cx="934274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Organized Data: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Stores social media data in structured relational tables.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Analysis: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makes it easy to filter, join and aggregate data.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 Analysis: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Measures likes, comments and shares.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Analysis: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Identifies high-performing content types and posts.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Analysis: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 active users and user behavior. </a:t>
            </a:r>
          </a:p>
        </p:txBody>
      </p:sp>
    </p:spTree>
    <p:extLst>
      <p:ext uri="{BB962C8B-B14F-4D97-AF65-F5344CB8AC3E}">
        <p14:creationId xmlns:p14="http://schemas.microsoft.com/office/powerpoint/2010/main" val="2175461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C037-9D75-2774-23A5-C6375EF4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DB3035-9B0A-F698-8068-26185AF743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0749" y="2293638"/>
            <a:ext cx="10134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Create interactive dashboards for users, posts and engagement.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Data: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the database with real-time social media APIs.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post engagement and identify trending content.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 comments as positive, negative or neutral. </a:t>
            </a:r>
          </a:p>
        </p:txBody>
      </p:sp>
    </p:spTree>
    <p:extLst>
      <p:ext uri="{BB962C8B-B14F-4D97-AF65-F5344CB8AC3E}">
        <p14:creationId xmlns:p14="http://schemas.microsoft.com/office/powerpoint/2010/main" val="2494269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8CF8-305C-C152-FBCC-463556C9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2" y="266526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823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672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Social Media Data Analysis Using SQL</vt:lpstr>
      <vt:lpstr>Project Introduction</vt:lpstr>
      <vt:lpstr>ER Diagram</vt:lpstr>
      <vt:lpstr>Concepts Used</vt:lpstr>
      <vt:lpstr>Queries</vt:lpstr>
      <vt:lpstr>CONTI…..</vt:lpstr>
      <vt:lpstr>CONTI….</vt:lpstr>
      <vt:lpstr>Advantages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5</cp:revision>
  <dcterms:created xsi:type="dcterms:W3CDTF">2026-09-06T08:36:40Z</dcterms:created>
  <dcterms:modified xsi:type="dcterms:W3CDTF">2026-09-07T15:25:13Z</dcterms:modified>
</cp:coreProperties>
</file>